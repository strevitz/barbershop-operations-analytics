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Barbershop Operations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Business performance case study | Power BI-style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From operational data to management insights</a:t>
            </a:r>
          </a:p>
          <a:p>
            <a:pPr>
              <a:defRPr sz="1800"/>
            </a:pPr>
            <a:r>
              <a:t>September 2025 –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Portfolio project | Simulated / anonymized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2560320" cy="123444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TOTAL REVENUE</a:t>
            </a:r>
          </a:p>
          <a:p>
            <a:pPr>
              <a:defRPr sz="2500" b="1"/>
            </a:pPr>
            <a:r>
              <a:t>$344,656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25880"/>
            <a:ext cx="2560320" cy="123444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TOTAL CLIENTS</a:t>
            </a:r>
          </a:p>
          <a:p>
            <a:pPr>
              <a:defRPr sz="2500" b="1"/>
            </a:pPr>
            <a:r>
              <a:t>9,557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25880"/>
            <a:ext cx="2560320" cy="123444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AVERAGE TICKET</a:t>
            </a:r>
          </a:p>
          <a:p>
            <a:pPr>
              <a:defRPr sz="2500" b="1"/>
            </a:pPr>
            <a:r>
              <a:t>$36.06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325880"/>
            <a:ext cx="2560320" cy="123444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AVG CLIENTS / OPEN DAY</a:t>
            </a:r>
          </a:p>
          <a:p>
            <a:pPr>
              <a:defRPr sz="2500" b="1"/>
            </a:pPr>
            <a:r>
              <a:t>30.5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Revenue remains relatively stable across the 12-month period.</a:t>
            </a:r>
          </a:p>
          <a:p>
            <a:pPr>
              <a:spcAft>
                <a:spcPts val="1000"/>
              </a:spcAft>
              <a:defRPr sz="1600"/>
            </a:pPr>
            <a:r>
              <a:t>Average ticket stays close to $36, suggesting a consistent service mix and pricing structure.</a:t>
            </a:r>
          </a:p>
          <a:p>
            <a:pPr>
              <a:spcAft>
                <a:spcPts val="1000"/>
              </a:spcAft>
              <a:defRPr sz="1600"/>
            </a:pPr>
            <a:r>
              <a:t>Full Service generates the largest revenue contribution among the four tracked services.</a:t>
            </a:r>
          </a:p>
          <a:p>
            <a:pPr>
              <a:spcAft>
                <a:spcPts val="1000"/>
              </a:spcAft>
              <a:defRPr sz="1600"/>
            </a:pPr>
            <a:r>
              <a:t>The dataset is synthetic/anonymized and intended for portfolio demonstration.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Portfolio project | Simulated / anonymized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Revenue Trend</a:t>
            </a:r>
          </a:p>
        </p:txBody>
      </p:sp>
      <p:pic>
        <p:nvPicPr>
          <p:cNvPr id="3" name="Picture 2" descr="monthl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7315200" cy="3718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2440" y="150876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12-month revenue totals $344,656.</a:t>
            </a:r>
          </a:p>
          <a:p>
            <a:pPr>
              <a:spcAft>
                <a:spcPts val="1000"/>
              </a:spcAft>
              <a:defRPr sz="1600"/>
            </a:pPr>
            <a:r>
              <a:t>Highest monthly revenue: $29,835.</a:t>
            </a:r>
          </a:p>
          <a:p>
            <a:pPr>
              <a:spcAft>
                <a:spcPts val="1000"/>
              </a:spcAft>
              <a:defRPr sz="1600"/>
            </a:pPr>
            <a:r>
              <a:t>Lowest monthly revenue: $27,106.</a:t>
            </a:r>
          </a:p>
          <a:p>
            <a:pPr>
              <a:spcAft>
                <a:spcPts val="1000"/>
              </a:spcAft>
              <a:defRPr sz="1600"/>
            </a:pPr>
            <a:r>
              <a:t>Monthly variation is present but does not show a dramatic structural break.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Portfolio project | Simulated / anonymized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Client Volume</a:t>
            </a:r>
          </a:p>
        </p:txBody>
      </p:sp>
      <p:pic>
        <p:nvPicPr>
          <p:cNvPr id="3" name="Picture 2" descr="monthly_cl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7315200" cy="37962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2440" y="150876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Total recorded visits: 9,557.</a:t>
            </a:r>
          </a:p>
          <a:p>
            <a:pPr>
              <a:spcAft>
                <a:spcPts val="1000"/>
              </a:spcAft>
              <a:defRPr sz="1600"/>
            </a:pPr>
            <a:r>
              <a:t>Average ticket: $36.06.</a:t>
            </a:r>
          </a:p>
          <a:p>
            <a:pPr>
              <a:spcAft>
                <a:spcPts val="1000"/>
              </a:spcAft>
              <a:defRPr sz="1600"/>
            </a:pPr>
            <a:r>
              <a:t>Average clients per open day: 30.5.</a:t>
            </a:r>
          </a:p>
          <a:p>
            <a:pPr>
              <a:spcAft>
                <a:spcPts val="1000"/>
              </a:spcAft>
              <a:defRPr sz="1600"/>
            </a:pPr>
            <a:r>
              <a:t>Client volume follows a broadly stable monthly pattern with normal fluctuations.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Portfolio project | Simulated / anonymized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Service Mix &amp; Revenue</a:t>
            </a:r>
          </a:p>
        </p:txBody>
      </p:sp>
      <p:pic>
        <p:nvPicPr>
          <p:cNvPr id="3" name="Picture 2" descr="service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583680" cy="35539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06640" y="1417320"/>
          <a:ext cx="4206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51560"/>
                <a:gridCol w="1051560"/>
              </a:tblGrid>
              <a:tr h="621792">
                <a:tc>
                  <a:txBody>
                    <a:bodyPr/>
                    <a:lstStyle/>
                    <a:p>
                      <a: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ticket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t>Full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$133,712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$46.40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t>Haircut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$105,930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$30.93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t>Short Full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2,081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$80,153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$38.52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t>Beard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$24,861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$21.27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Portfolio project | Simulated / anonymized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Barber Performance</a:t>
            </a:r>
          </a:p>
        </p:txBody>
      </p:sp>
      <p:pic>
        <p:nvPicPr>
          <p:cNvPr id="3" name="Picture 2" descr="barber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583680" cy="397282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06640" y="1417320"/>
          <a:ext cx="4206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51560"/>
                <a:gridCol w="1051560"/>
              </a:tblGrid>
              <a:tr h="621792">
                <a:tc>
                  <a:txBody>
                    <a:bodyPr/>
                    <a:lstStyle/>
                    <a:p>
                      <a:r>
                        <a:t>Barber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ticket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t>Barber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$141,208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$37.18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t>Barber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$119,720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$37.57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t>Barber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$56,746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$37.28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t>Barber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$26,982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$25.70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Portfolio project | Simulated / anonymized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Management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Monitor service mix: revenue is concentrated in higher-ticket Full Service and Short Full Service offerings.</a:t>
            </a:r>
          </a:p>
          <a:p>
            <a:pPr>
              <a:spcAft>
                <a:spcPts val="1000"/>
              </a:spcAft>
              <a:defRPr sz="1600"/>
            </a:pPr>
            <a:r>
              <a:t>Use barber-level revenue and client volume together, rather than revenue alone, to understand workload and productivity.</a:t>
            </a:r>
          </a:p>
          <a:p>
            <a:pPr>
              <a:spcAft>
                <a:spcPts val="1000"/>
              </a:spcAft>
              <a:defRPr sz="1600"/>
            </a:pPr>
            <a:r>
              <a:t>Track monthly demand against available capacity to identify underused or overloaded time windows.</a:t>
            </a:r>
          </a:p>
          <a:p>
            <a:pPr>
              <a:spcAft>
                <a:spcPts val="1000"/>
              </a:spcAft>
              <a:defRPr sz="1600"/>
            </a:pPr>
            <a:r>
              <a:t>Use Power BI slicers for date, barber, service and day-of-week to move from headline KPIs to operational diagnosis.</a:t>
            </a:r>
          </a:p>
          <a:p>
            <a:pPr>
              <a:spcAft>
                <a:spcPts val="1000"/>
              </a:spcAft>
              <a:defRPr sz="1600"/>
            </a:pPr>
            <a:r>
              <a:t>The next analytical layer should connect demand, capacity and staffing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Portfolio project | Simulated / anonymized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Period: September 2025 – August 2026.</a:t>
            </a:r>
          </a:p>
          <a:p>
            <a:pPr>
              <a:spcAft>
                <a:spcPts val="1000"/>
              </a:spcAft>
              <a:defRPr sz="1600"/>
            </a:pPr>
            <a:r>
              <a:t>Currency: USD.</a:t>
            </a:r>
          </a:p>
          <a:p>
            <a:pPr>
              <a:spcAft>
                <a:spcPts val="1000"/>
              </a:spcAft>
              <a:defRPr sz="1600"/>
            </a:pPr>
            <a:r>
              <a:t>Data: simulated and anonymized for portfolio publication.</a:t>
            </a:r>
          </a:p>
          <a:p>
            <a:pPr>
              <a:spcAft>
                <a:spcPts val="1000"/>
              </a:spcAft>
              <a:defRPr sz="1600"/>
            </a:pPr>
            <a:r>
              <a:t>Core entities: transactions, capacity, barbers, services, dates.</a:t>
            </a:r>
          </a:p>
          <a:p>
            <a:pPr>
              <a:spcAft>
                <a:spcPts val="1000"/>
              </a:spcAft>
              <a:defRPr sz="1600"/>
            </a:pPr>
            <a:r>
              <a:t>Power BI model concept: star-style analytical model with DAX measures for revenue, clients, average ticket, capacity utilization and period-over-period change.</a:t>
            </a:r>
          </a:p>
          <a:p>
            <a:pPr>
              <a:spcAft>
                <a:spcPts val="1000"/>
              </a:spcAft>
              <a:defRPr sz="1600"/>
            </a:pPr>
            <a:r>
              <a:t>Purpose: demonstrate business analysis, dashboarding and decision-support skills.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Portfolio project | Simulated / anonymized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